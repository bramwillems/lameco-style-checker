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2EE87B-65FD-4EC6-A35A-8482D360A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BAF5884-3567-E67F-F107-119DCDF98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E745409-FD21-3C37-8D0B-5BC026D4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9C3649D-CDF6-7657-2CFE-CEC77D705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7F07FD8-5421-D38D-3D2C-1B803073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909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7B6C75-20A3-75FB-B1C5-9C547032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A10DD7-D456-087A-9F7F-5CE85864C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D787032-569E-B216-4722-AEC67C66B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B2D3E50-DDC5-CD8A-D20D-F069552AE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12BF563-EB48-5B73-3DC5-483B9E2E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039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802385-AA06-76FB-36F8-AF2373B85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3385F69-E162-981A-117E-519894775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13B2B2C-FB37-C1C2-E411-BBFD9A9A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94D23E7-15CA-33E1-EFB5-75DF7863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CA18ADC-A1C8-449C-B16E-1804CBFA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8210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B42DEA-97F1-D0D4-C273-DEEC5AC1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450D3A-AF34-FB54-6F8B-4548B4D1B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E30941A-8D85-55EB-5ADF-61EC6F27C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6D9F5F2-395D-4426-37C8-066DE9C22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1C271A8-ED97-AEBE-ED9B-B308E680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2183A6B-9DD3-A403-512E-4B79F9A5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2551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63A83F-9DA0-94D5-1C38-F9FEBE2E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F9CD711-5F76-A140-B228-9E122B82C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DC6F05A-7F85-2796-7989-DDEAF85E5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546D3C6-EE97-6A3D-397F-B62D5A81F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0861E88-6B83-F175-BED8-4771AE896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0EDBE69-9D94-C5C6-0C19-4111099B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CEA2E3F-1B79-1514-E0B0-F1838947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73EACA5B-6D5C-002F-201B-036FA5DC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557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CBF15-B521-639F-F87E-858CF975D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A022D5-A0BC-9DCE-C422-4FEB806BE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11CB700-0D08-6444-F18C-CAF68A708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A87A0C-BAC1-1868-1A61-0F5AE97A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59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2EF437B-7A64-26D0-F007-2F495C25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297BA73-4BB3-3BD8-A007-C5C707F8C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E864ED6-9334-AA72-6DE3-CF55D29E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7642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B2A52-0FE6-A456-D655-E2365C4B0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D9ADEA-4C88-663E-9D28-054EE981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3429923-E19C-CD0F-4005-728CB013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9E676FC-0D38-3CEB-2137-816A124C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43F1564-C54C-EC41-DC62-D077371C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3BF12B5-2882-2027-6B66-C0A97881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288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98CEA-785A-6B94-C2E2-31642F937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543FC39-79F9-2794-1438-E57314F7F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50B24C7-3EE3-4CFF-EBD8-FB7D5AE1D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8AF5EF5-0CE0-43E9-F4E6-1ED4FE9D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9605C2-7BCD-7DC4-B7B8-47E3391A0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9FD8F6A-6A1C-C216-83BD-940874CD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273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0550CC-C1D7-69C7-06A0-60282E8C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A4AC5A5-6C51-676E-1F4F-7679CE589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6734815-5675-1DBB-E067-F8CA8A88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B78293C-2050-FAC5-8A39-0D350D5B6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A6B191-4BC5-5835-7345-3452F26C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4358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31FD3BDB-AF03-3B4F-CF43-7C325C502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8B3C7F1-44A4-DFB3-DCD1-0EC13659F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9E68825-23BD-D5F2-44FF-86C6E55D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431963-30F1-7F8A-B346-5424FF26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DE4373-F46E-1D48-D5C0-E53B98401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319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C7E3D38-8858-EF50-6465-6E4A4C38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07602D-3B84-540D-59FF-D08323D2D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1CE3DE-0703-5F05-5C9F-E0CA00483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145EF-29F8-499B-BA45-1F72946359E0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EFF628E-4913-446D-BFBC-858978EBC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6DAFB9A-E1BB-EAE2-912C-80203DC3A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6BDEEE-B541-4B59-9A1C-4E436F743F2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503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F4C0E-14A4-E549-8DEB-A50CD9ACE8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Agenda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18A6BE6-EADB-5131-A7DE-DA86C5C2FC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Roadmap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5310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0EB70E-199F-C35F-8745-F8CC680A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827D4B1-E941-614A-5380-741A4C12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Dit zijn </a:t>
            </a:r>
            <a:r>
              <a:rPr lang="nl-NL" dirty="0"/>
              <a:t>het volledige zin met een fout</a:t>
            </a:r>
          </a:p>
        </p:txBody>
      </p:sp>
    </p:spTree>
    <p:extLst>
      <p:ext uri="{BB962C8B-B14F-4D97-AF65-F5344CB8AC3E}">
        <p14:creationId xmlns:p14="http://schemas.microsoft.com/office/powerpoint/2010/main" val="428893516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Office PowerPoint</Application>
  <PresentationFormat>Breedbeeld</PresentationFormat>
  <Paragraphs>5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Kantoorthema</vt:lpstr>
      <vt:lpstr>Agenda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Guleed,Faisal F.</dc:creator>
  <cp:lastModifiedBy>Guleed,Faisal F.</cp:lastModifiedBy>
  <cp:revision>2</cp:revision>
  <dcterms:created xsi:type="dcterms:W3CDTF">2026-01-18T16:42:33Z</dcterms:created>
  <dcterms:modified xsi:type="dcterms:W3CDTF">2026-01-18T16:58:49Z</dcterms:modified>
</cp:coreProperties>
</file>