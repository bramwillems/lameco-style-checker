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99AB7-ABD0-6174-F84A-611B75B46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086668C-5704-E4A5-C5A8-5E6D8C65F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927A33-A9CC-0C53-F51D-E3F8402D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6046C4-17D3-3E34-F0FA-6DAAF4A9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F65FA4-C15D-5C07-2057-80BF5F3F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509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8949A-524A-26E3-ED44-DF76764D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57CDBF6-8F97-8C8F-E9B5-40CAFB9B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E8698C-91C0-8595-88BB-8521625D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4A49E9-9808-4F7E-5E53-FA7B86AB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68BDC9-80C4-5C15-FD25-950189CA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04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0E8A0-FBF4-4453-6DFA-4123DD48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33A8C81-D87B-CFE0-A07A-67DB20841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3DA1F7-AFA3-10DB-DC2F-D39512FE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4BFE9DB-A577-6556-901F-C9635340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10F9760-74A6-198D-3A5E-4714775D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595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B39FA-222E-9E8B-32F9-6E93DAD0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8A2C0C-55A3-1C6F-1DE6-44438EE53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1B0250B-2AD5-5705-AC56-69B9FB9AF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E89851A-793E-2FF0-2230-FB8EF4D2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2ACA246-216E-B1D2-B0BA-88F704D6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E79DE2-9E27-DB98-915F-87DEFA24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117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D458F-818C-AB74-29CE-3A366EB8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69C4794-E58A-4D60-1DF8-5F91FCB3C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DD9598-CCF0-7C99-5BF4-E06E765D2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8BE9E38-9C5F-3288-86D3-E845546A9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A853A52-20E4-F183-2365-56868C941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FBA66A3-874D-53B2-F889-64876275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E8986D5-B2C0-1F91-0753-74528939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FB5DD37-4D01-080E-D17B-29D8B471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027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307E9-354D-17CF-5902-1E1C503E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E463436-F4DD-FEAC-A9B6-BF8C96DA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699F933-B791-A3A9-98CF-62C989D0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3B63EB8-16D7-F351-7AA9-A69B1912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639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66D3101-B699-2473-CFA7-E42E7652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75D8D77-BB23-8E4E-47EB-E788ACE3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5EBE30-9D2A-6751-A6BF-F534CED1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436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0646E-E26E-6766-7CAC-55152C58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2C14DC-6178-EA16-9983-B0CE4344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6B5EE84-1D42-2B0F-D22F-A8C5ADE08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41DDC31-0A6F-9F0B-CDDF-3DE4CEBD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63D6E28-6C74-7C7B-52B6-DBFD0FDA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9529A28-E6C0-01E3-5C0C-B15C0A65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327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26B32-DD2C-8ED8-3727-9ED93DE2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ED16A20-1B81-E810-69F0-33EC1E968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A140C3E-A191-53D5-3BF4-49774CF88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D3967B-0584-FE38-2033-30B5DACF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302345B-CFD8-21B3-3FCC-FC52E565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E1F6C55-102C-2900-B2C9-E31D08C3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178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49FB9-8F11-8193-089F-0B3770BA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F47B641-CCFE-EADE-8534-B8E344E49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1C37FCC-F305-F82E-F831-81943582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44C9B90-8F97-08EB-6D4C-B9FA2515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3F7B21-97C8-F85E-8DD1-3C3A399C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143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8B9706-FB62-790D-C2D9-4FD176FB9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8A27AE8-E390-0225-19CD-6DA46B225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E4C693E-7ED2-46ED-8215-1B055569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832E12-0889-64BB-0ADC-F82316A3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F88B25-E5AC-7672-01A2-B234C601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27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5856446-D7FD-601D-916A-BF0BAC94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1BECBAF-A48B-BEFF-F875-E429841FB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A35F217-45B5-4F7C-4862-33CB25F46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36D40-AB6F-4B8C-B187-00A0F24B44B2}" type="datetimeFigureOut">
              <a:rPr lang="nl-NL" smtClean="0"/>
              <a:t>19-1-2026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2D2905-16ED-68E8-8757-FC49EBDBD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F1F844-53DF-8C4D-EBED-C37EFB347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A7C21-7641-4ABC-A727-CF217E7E77E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82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E0E71-B486-6183-1A39-0A65C9AF4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b="1" dirty="0" err="1"/>
              <a:t>Hello</a:t>
            </a:r>
            <a:r>
              <a:rPr lang="nl-NL" b="1" dirty="0"/>
              <a:t> </a:t>
            </a:r>
            <a:r>
              <a:rPr lang="nl-NL" b="1" dirty="0" err="1"/>
              <a:t>this</a:t>
            </a:r>
            <a:r>
              <a:rPr lang="nl-NL" b="1" dirty="0"/>
              <a:t> is for testing </a:t>
            </a:r>
            <a:r>
              <a:rPr lang="nl-NL" b="1" dirty="0" err="1"/>
              <a:t>purposes</a:t>
            </a:r>
            <a:endParaRPr lang="nl-NL" b="1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571D096-48DD-D5DF-8795-B62B67650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536914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Breedbeeld</PresentationFormat>
  <Paragraphs>1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Hello this is for testing purposes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Guleed,Faisal F.</dc:creator>
  <cp:lastModifiedBy>Guleed,Faisal F.</cp:lastModifiedBy>
  <cp:revision>2</cp:revision>
  <dcterms:created xsi:type="dcterms:W3CDTF">2026-01-19T11:28:24Z</dcterms:created>
  <dcterms:modified xsi:type="dcterms:W3CDTF">2026-01-19T11:28:58Z</dcterms:modified>
</cp:coreProperties>
</file>